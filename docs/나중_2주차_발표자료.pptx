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4248" y="13716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F5EBE4"/>
          </a:solidFill>
          <a:ln w="19050">
            <a:solidFill>
              <a:srgbClr val="BE72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84368" y="167335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E725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51460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나중</a:t>
            </a:r>
            <a:pPr algn="ctr" indent="0" marL="0">
              <a:buNone/>
            </a:pPr>
            <a:r>
              <a:rPr lang="en-US" sz="76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흩어진 링크를 한 곳에 저장하고 자동으로 분류해주는 서비스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992728" y="4663440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5EBE4"/>
          </a:solidFill>
          <a:ln/>
        </p:spPr>
      </p:sp>
      <p:sp>
        <p:nvSpPr>
          <p:cNvPr id="7" name="Text 5"/>
          <p:cNvSpPr/>
          <p:nvPr/>
        </p:nvSpPr>
        <p:spPr>
          <a:xfrm>
            <a:off x="3992728" y="46634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커넥트 · AI Agent Challenge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저장은 했는데, </a:t>
            </a:r>
            <a:pPr indent="0" marL="0">
              <a:buNone/>
            </a:pPr>
            <a:r>
              <a:rPr lang="en-US" sz="34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어디에 뒀는지 기억이 안 난다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7249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영상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'나중에 볼 동영상'에 저장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46888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7249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쇼핑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3246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쇼핑몰 장바구니·찜 목록에 저장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246888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7249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읽을거리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58200" y="3246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카톡 '나에게 보내기'로 저장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43484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F5EBE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4348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저장고가 </a:t>
            </a:r>
            <a:pPr indent="0" marL="0">
              <a:buNone/>
            </a:pPr>
            <a:r>
              <a:rPr lang="en-US" sz="1900" b="1" dirty="0">
                <a:solidFill>
                  <a:srgbClr val="A8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플랫폼마다 흩어져</a:t>
            </a:r>
            <a:pPr indent="0" marL="0">
              <a:buNone/>
            </a:pPr>
            <a:r>
              <a:rPr lang="en-US" sz="19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있어, 다시 찾으려면 여러 앱을 일일이 뒤져야 한다.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48640" y="6291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5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나중</a:t>
            </a:r>
            <a:pPr indent="0" marL="0">
              <a:buNone/>
            </a:pPr>
            <a:r>
              <a:rPr lang="en-US" sz="13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8585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URL 하나로, </a:t>
            </a:r>
            <a:pPr indent="0" marL="0">
              <a:buNone/>
            </a:pPr>
            <a:r>
              <a:rPr lang="en-US" sz="34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한 서랍에 모아 자동 정리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10607040" cy="1143000"/>
          </a:xfrm>
          <a:prstGeom prst="roundRect">
            <a:avLst>
              <a:gd name="adj" fmla="val 9600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756916"/>
            <a:ext cx="566928" cy="566928"/>
          </a:xfrm>
          <a:prstGeom prst="ellipse">
            <a:avLst/>
          </a:prstGeom>
          <a:solidFill>
            <a:srgbClr val="BE72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756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한 곳에 저장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20240" y="30632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플랫폼의 링크든 URL만 붙여넣으면 한 서랍에 모인다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776472"/>
            <a:ext cx="10607040" cy="1143000"/>
          </a:xfrm>
          <a:prstGeom prst="roundRect">
            <a:avLst>
              <a:gd name="adj" fmla="val 9600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4064508"/>
            <a:ext cx="566928" cy="566928"/>
          </a:xfrm>
          <a:prstGeom prst="ellipse">
            <a:avLst/>
          </a:prstGeom>
          <a:solidFill>
            <a:srgbClr val="BE725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645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39593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자동 분류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920240" y="43708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저장과 동시에 주제별로 알아서 분류된다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5084064"/>
            <a:ext cx="10607040" cy="1143000"/>
          </a:xfrm>
          <a:prstGeom prst="roundRect">
            <a:avLst>
              <a:gd name="adj" fmla="val 9600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5372100"/>
            <a:ext cx="566928" cy="566928"/>
          </a:xfrm>
          <a:prstGeom prst="ellipse">
            <a:avLst/>
          </a:prstGeom>
          <a:solidFill>
            <a:srgbClr val="BE72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3721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52669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쉬운 조회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920240" y="567842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카테고리로 정리된 피드에서 원하는 링크를 바로 찾는다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91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5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나중</a:t>
            </a:r>
            <a:pPr indent="0" marL="0">
              <a:buNone/>
            </a:pPr>
            <a:r>
              <a:rPr lang="en-US" sz="13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8585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이런 사람들을 위한 </a:t>
            </a:r>
            <a:pPr indent="0" marL="0">
              <a:buNone/>
            </a:pPr>
            <a:r>
              <a:rPr lang="en-US" sz="34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서랍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2606040"/>
            <a:ext cx="640080" cy="640080"/>
          </a:xfrm>
          <a:prstGeom prst="ellipse">
            <a:avLst/>
          </a:prstGeom>
          <a:solidFill>
            <a:srgbClr val="F5EBE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651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플랫폼에 저장하지만 나중에 못 찾는 사람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640080" cy="640080"/>
          </a:xfrm>
          <a:prstGeom prst="ellipse">
            <a:avLst/>
          </a:prstGeom>
          <a:solidFill>
            <a:srgbClr val="F5EBE4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쇼핑·영상·읽을거리를 종류별로 정리하고 싶은 사람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71600" y="4709160"/>
            <a:ext cx="640080" cy="640080"/>
          </a:xfrm>
          <a:prstGeom prst="ellipse">
            <a:avLst/>
          </a:prstGeom>
          <a:solidFill>
            <a:srgbClr val="F5EBE4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709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754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카톡 '나에게 보내기'를 저장 용도로 남용하는 사람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8640" y="6291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5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나중</a:t>
            </a:r>
            <a:pPr indent="0" marL="0">
              <a:buNone/>
            </a:pPr>
            <a:r>
              <a:rPr lang="en-US" sz="13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8585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CLASSIFY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싸고 빠른 순서로, </a:t>
            </a:r>
            <a:pPr indent="0" marL="0">
              <a:buNone/>
            </a:pPr>
            <a:r>
              <a:rPr lang="en-US" sz="34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단계별 자동 분류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BE72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도메인 규칙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7560" y="23774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252374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사이트는 즉시 판별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1880" y="290779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유튜브·무신사·네이버뉴스 · 비용 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483864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BE72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83864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메타태그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3483864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63016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안 된 사이트도 페이지 정보로 판별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401421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쇼핑몰의 og:type=product 등 · 비용 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590288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C4BDB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9028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분류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37560" y="4590288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47365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애매한 링크만 AI로 보조 판별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51206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 예외 케이스에만 사용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대부분은 </a:t>
            </a:r>
            <a:pPr algn="ctr" indent="0" marL="0">
              <a:buNone/>
            </a:pPr>
            <a:r>
              <a:rPr lang="en-US" sz="1600" b="1" dirty="0">
                <a:solidFill>
                  <a:srgbClr val="A8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1·2단계에서 비용 없이</a:t>
            </a:r>
            <a:pPr algn="ctr" indent="0" marL="0">
              <a:buNone/>
            </a:pPr>
            <a:r>
              <a:rPr lang="en-US" sz="16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분류되고, AI는 꼭 필요할 때만.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291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5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나중</a:t>
            </a:r>
            <a:pPr indent="0" marL="0">
              <a:buNone/>
            </a:pPr>
            <a:r>
              <a:rPr lang="en-US" sz="13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8585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같은 유튜브라도, </a:t>
            </a:r>
            <a:pPr indent="0" marL="0">
              <a:buNone/>
            </a:pPr>
            <a:r>
              <a:rPr lang="en-US" sz="34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주제로 분류한다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도메인만으론 알 수 없는 '주제'는 LLM이 제목·설명을 이해해 판정한다.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834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 영상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502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공부 &gt; 영상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26060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834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요리 영상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3502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요리 &gt; 영상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83880" y="26060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834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820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예능 클립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8200" y="3502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엔터 &gt; 영상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297680"/>
            <a:ext cx="10607040" cy="1463040"/>
          </a:xfrm>
          <a:prstGeom prst="roundRect">
            <a:avLst>
              <a:gd name="adj" fmla="val 7500"/>
            </a:avLst>
          </a:prstGeom>
          <a:solidFill>
            <a:srgbClr val="F5EBE4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일관성의 핵심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카테고리 목록을 LLM에 함께 전달해, 맞는 게 있으면 재사용하고 없을 때만 새로 만든다. '공부'·'학습'·'스터디'가 따로 생기는 난립을 막는다.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291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5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나중</a:t>
            </a:r>
            <a:pPr indent="0" marL="0">
              <a:buNone/>
            </a:pPr>
            <a:r>
              <a:rPr lang="en-US" sz="13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8585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지금까지 </a:t>
            </a:r>
            <a:pPr indent="0" marL="0">
              <a:buNone/>
            </a:pPr>
            <a:r>
              <a:rPr lang="en-US" sz="34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구현한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651760"/>
            <a:ext cx="502920" cy="502920"/>
          </a:xfrm>
          <a:prstGeom prst="ellipse">
            <a:avLst/>
          </a:prstGeom>
          <a:solidFill>
            <a:srgbClr val="F5EBE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5603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URL 파싱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9443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제목·썸네일·설명을 서버에서 자동 추출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3774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651760"/>
            <a:ext cx="502920" cy="502920"/>
          </a:xfrm>
          <a:prstGeom prst="ellipse">
            <a:avLst/>
          </a:prstGeom>
          <a:solidFill>
            <a:srgbClr val="F5EBE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25603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주제 기반 분류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29443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LLM으로 주제 판정, 유동 카테고리 생성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61188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886200"/>
            <a:ext cx="502920" cy="502920"/>
          </a:xfrm>
          <a:prstGeom prst="ellipse">
            <a:avLst/>
          </a:prstGeom>
          <a:solidFill>
            <a:srgbClr val="F5EBE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37947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서랍 UI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1788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저장·로그인을 '서랍' 컨셉으로 시각화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886200"/>
            <a:ext cx="502920" cy="502920"/>
          </a:xfrm>
          <a:prstGeom prst="ellipse">
            <a:avLst/>
          </a:prstGeom>
          <a:solidFill>
            <a:srgbClr val="F5EBE4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37947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로그인 · 인증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78040" y="41788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(이메일·구글)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484632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5120640"/>
            <a:ext cx="502920" cy="502920"/>
          </a:xfrm>
          <a:prstGeom prst="ellipse">
            <a:avLst/>
          </a:prstGeom>
          <a:solidFill>
            <a:srgbClr val="F5EBE4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737360" y="50292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DB 연동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737360" y="5413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저장 + 비회원 데이터 이관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484632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FAF9F6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5120640"/>
            <a:ext cx="502920" cy="502920"/>
          </a:xfrm>
          <a:prstGeom prst="ellipse">
            <a:avLst/>
          </a:prstGeom>
          <a:solidFill>
            <a:srgbClr val="F5EBE4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50292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비회원 체험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178040" y="5413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없이 5개까지 저장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291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5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나중</a:t>
            </a:r>
            <a:pPr indent="0" marL="0">
              <a:buNone/>
            </a:pPr>
            <a:r>
              <a:rPr lang="en-US" sz="13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18585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왜 </a:t>
            </a:r>
            <a:pPr indent="0" marL="0">
              <a:buNone/>
            </a:pPr>
            <a:r>
              <a:rPr lang="en-US" sz="34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Next.js</a:t>
            </a:r>
            <a:pPr indent="0" marL="0">
              <a:buNone/>
            </a:pPr>
            <a:r>
              <a:rPr lang="en-US" sz="34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인가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10607040" cy="1417320"/>
          </a:xfrm>
          <a:prstGeom prst="roundRect">
            <a:avLst>
              <a:gd name="adj" fmla="val 7742"/>
            </a:avLst>
          </a:prstGeom>
          <a:solidFill>
            <a:srgbClr val="F5EBE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파싱은 서버가 필수다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788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외부 사이트를 직접 부르면 CORS에 막힌다. Next.js API Route는 서버가 내장이라, 별도 백엔드 없이 프론트와 파싱 서버를 한 프로젝트에서 관리한다.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88620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023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· 서버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325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Next.js (App Router)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388620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4023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4325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83880" y="388620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4023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·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8200" y="4325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493776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분류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53766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 (Gemini Flash)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80560" y="493776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53766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Route (og 태그)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83880" y="493776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예정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53766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Vercel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291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5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나중</a:t>
            </a:r>
            <a:pPr indent="0" marL="0">
              <a:buNone/>
            </a:pPr>
            <a:r>
              <a:rPr lang="en-US" sz="13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8585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7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앞으로의 </a:t>
            </a:r>
            <a:pPr indent="0" marL="0">
              <a:buNone/>
            </a:pPr>
            <a:r>
              <a:rPr lang="en-US" sz="34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계획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40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검색 · 편집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2402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검색·정렬·삭제·카테고리 편집으로 링크를 실제로 관리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09544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예외 처리 · 완성도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06240" y="3209544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로딩·파싱 실패·빈 화면 등 예외 상태 다듬기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178808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17880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배포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417880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배포로 어디서든 접속 가능하게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5148072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DE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1480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모바일 공유 저장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06240" y="514807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9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버튼 한 번으로 저장 (PWA / 앱)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6172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9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나중</a:t>
            </a:r>
            <a:pPr algn="ctr" indent="0" marL="0">
              <a:buNone/>
            </a:pPr>
            <a:r>
              <a:rPr lang="en-US" sz="1600" b="1" dirty="0">
                <a:solidFill>
                  <a:srgbClr val="BE72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pPr algn="ctr" indent="0" marL="0">
              <a:buNone/>
            </a:pPr>
            <a:r>
              <a:rPr lang="en-US" sz="1600" b="1" dirty="0">
                <a:solidFill>
                  <a:srgbClr val="8B85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— 나중에 볼 것을 넣어두는 서랍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8585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2026-07-16T03:06:11Z</dcterms:created>
  <dcterms:modified xsi:type="dcterms:W3CDTF">2026-07-16T03:06:11Z</dcterms:modified>
</cp:coreProperties>
</file>